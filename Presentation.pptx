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0335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5201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60204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314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0197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18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39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003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902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410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7011FAAC-FD1C-43E2-86EE-CCC39D56BBFF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85D34C8E-2193-4485-A9E9-BB9E71E811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001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A2A54-485A-B633-066B-CC8B7B2272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Tank AI Implementation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76BCE-41A5-2B3E-C03F-2E487649DD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Matt Gilks, Joe Chare, and Ana Costa Ribeiro</a:t>
            </a:r>
          </a:p>
        </p:txBody>
      </p:sp>
    </p:spTree>
    <p:extLst>
      <p:ext uri="{BB962C8B-B14F-4D97-AF65-F5344CB8AC3E}">
        <p14:creationId xmlns:p14="http://schemas.microsoft.com/office/powerpoint/2010/main" val="1300791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55E55-42D4-DAE7-E060-0BFD2B07C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EED84-8C30-C0C0-946E-1D0B5C398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Used finite-state machine with Rule-based system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033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59E2E-EA16-F1F2-DA65-D9CBC1F2D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A0535-B8D8-66DC-CFC8-1CA3C8401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17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F9D69-1709-A6D7-0304-056829C02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Intended behaviour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E5365-6A59-B463-0DA1-B1FE5A9EC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2073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34134-E14D-CBFB-3AC8-2559BBF4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1AD6D-648D-130D-CD66-AA6465606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6890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Banded</Template>
  <TotalTime>79</TotalTime>
  <Words>26</Words>
  <Application>Microsoft Office PowerPoint</Application>
  <PresentationFormat>Widescreen</PresentationFormat>
  <Paragraphs>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Corbel</vt:lpstr>
      <vt:lpstr>Wingdings</vt:lpstr>
      <vt:lpstr>Banded</vt:lpstr>
      <vt:lpstr>Tank AI Implementation</vt:lpstr>
      <vt:lpstr>AI techniques</vt:lpstr>
      <vt:lpstr>Designs</vt:lpstr>
      <vt:lpstr>Intended behaviour</vt:lpstr>
      <vt:lpstr>Testing 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Gilks</dc:creator>
  <cp:lastModifiedBy>Matt Gilks</cp:lastModifiedBy>
  <cp:revision>1</cp:revision>
  <dcterms:created xsi:type="dcterms:W3CDTF">2025-12-09T22:02:19Z</dcterms:created>
  <dcterms:modified xsi:type="dcterms:W3CDTF">2025-12-09T23:22:13Z</dcterms:modified>
</cp:coreProperties>
</file>