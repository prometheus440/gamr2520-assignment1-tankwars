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C0D0C-A457-480B-9A6C-C7ACC909DB2C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E23E3-84C4-439D-B2C8-AAD2E80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E23E3-84C4-439D-B2C8-AAD2E80D10C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26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33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20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020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31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19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18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3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00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0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41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7011FAAC-FD1C-43E2-86EE-CCC39D56BBF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5D34C8E-2193-4485-A9E9-BB9E71E81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900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A2A54-485A-B633-066B-CC8B7B227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Tank AI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76BCE-41A5-2B3E-C03F-2E487649DD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Matt Gilks, Joe Chare, and Ana Costa Ribeiro</a:t>
            </a:r>
          </a:p>
        </p:txBody>
      </p:sp>
    </p:spTree>
    <p:extLst>
      <p:ext uri="{BB962C8B-B14F-4D97-AF65-F5344CB8AC3E}">
        <p14:creationId xmlns:p14="http://schemas.microsoft.com/office/powerpoint/2010/main" val="130079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55E55-42D4-DAE7-E060-0BFD2B07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ED84-8C30-C0C0-946E-1D0B5C398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033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59E2E-EA16-F1F2-DA65-D9CBC1F2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A0535-B8D8-66DC-CFC8-1CA3C840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1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9D69-1709-A6D7-0304-056829C0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Intended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5365-6A59-B463-0DA1-B1FE5A9EC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07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4134-E14D-CBFB-3AC8-2559BBF4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AD6D-648D-130D-CD66-AA6465606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8405" y="3775760"/>
            <a:ext cx="9784080" cy="4206240"/>
          </a:xfrm>
        </p:spPr>
        <p:txBody>
          <a:bodyPr/>
          <a:lstStyle/>
          <a:p>
            <a:r>
              <a:rPr lang="en-GB" dirty="0"/>
              <a:t>Pick target</a:t>
            </a:r>
          </a:p>
          <a:p>
            <a:r>
              <a:rPr lang="en-GB" dirty="0"/>
              <a:t>Making flee smart</a:t>
            </a:r>
          </a:p>
          <a:p>
            <a:r>
              <a:rPr lang="en-GB" dirty="0"/>
              <a:t>Added a new Predicate in the </a:t>
            </a:r>
            <a:r>
              <a:rPr lang="en-GB" dirty="0" err="1"/>
              <a:t>rbs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497459-3344-D52F-B1DC-4BD8DBFE8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16258"/>
              </p:ext>
            </p:extLst>
          </p:nvPr>
        </p:nvGraphicFramePr>
        <p:xfrm>
          <a:off x="341085" y="1944915"/>
          <a:ext cx="11509829" cy="4622799"/>
        </p:xfrm>
        <a:graphic>
          <a:graphicData uri="http://schemas.openxmlformats.org/drawingml/2006/table">
            <a:tbl>
              <a:tblPr firstRow="1" lastCol="1" bandRow="1">
                <a:tableStyleId>{616DA210-FB5B-4158-B5E0-FEB733F419BA}</a:tableStyleId>
              </a:tblPr>
              <a:tblGrid>
                <a:gridCol w="5754915">
                  <a:extLst>
                    <a:ext uri="{9D8B030D-6E8A-4147-A177-3AD203B41FA5}">
                      <a16:colId xmlns:a16="http://schemas.microsoft.com/office/drawing/2014/main" val="298936087"/>
                    </a:ext>
                  </a:extLst>
                </a:gridCol>
                <a:gridCol w="5754914">
                  <a:extLst>
                    <a:ext uri="{9D8B030D-6E8A-4147-A177-3AD203B41FA5}">
                      <a16:colId xmlns:a16="http://schemas.microsoft.com/office/drawing/2014/main" val="3973404730"/>
                    </a:ext>
                  </a:extLst>
                </a:gridCol>
              </a:tblGrid>
              <a:tr h="485489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none" dirty="0"/>
                        <a:t>PROBLEMS FOUND DURING PLAYTESTS OR CODE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u="none" dirty="0"/>
                        <a:t>SOLUTIONS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84273"/>
                  </a:ext>
                </a:extLst>
              </a:tr>
              <a:tr h="1197097">
                <a:tc>
                  <a:txBody>
                    <a:bodyPr/>
                    <a:lstStyle/>
                    <a:p>
                      <a:r>
                        <a:rPr lang="en-GB" sz="1600" b="0" dirty="0"/>
                        <a:t>Tanks would get too close, projectiles would then not hit the tanks, and no health would be deducted.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CreateDistance() function in AttackState, if the tank’s target is very close, it will move back then continue attacking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173827"/>
                  </a:ext>
                </a:extLst>
              </a:tr>
              <a:tr h="856189">
                <a:tc>
                  <a:txBody>
                    <a:bodyPr/>
                    <a:lstStyle/>
                    <a:p>
                      <a:r>
                        <a:rPr lang="en-GB" sz="1600" b="0" dirty="0"/>
                        <a:t>During patrol, the player tank would not collect any collectibles even if it saw them. It then would go towards them but never collect them.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31430"/>
                  </a:ext>
                </a:extLst>
              </a:tr>
              <a:tr h="1113046">
                <a:tc>
                  <a:txBody>
                    <a:bodyPr/>
                    <a:lstStyle/>
                    <a:p>
                      <a:r>
                        <a:rPr lang="en-GB" sz="1600" b="0" dirty="0"/>
                        <a:t>The player tank would be in flee mode from low health or low ammo but never found a suitable consumable. It meant that just ran out of fuel without ever attack the enemy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OutrunState will trigger to try and kill the enemy tank without ever attacking.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494161"/>
                  </a:ext>
                </a:extLst>
              </a:tr>
              <a:tr h="485489">
                <a:tc>
                  <a:txBody>
                    <a:bodyPr/>
                    <a:lstStyle/>
                    <a:p>
                      <a:r>
                        <a:rPr lang="en-GB" sz="1600" b="0" dirty="0"/>
                        <a:t>Some rules needed a rule </a:t>
                      </a:r>
                      <a:r>
                        <a:rPr lang="en-GB" sz="1600" b="0"/>
                        <a:t>with antecedents </a:t>
                      </a:r>
                      <a:r>
                        <a:rPr lang="en-GB" sz="1600" b="0" dirty="0"/>
                        <a:t>!A &amp;&amp;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137214"/>
                  </a:ext>
                </a:extLst>
              </a:tr>
              <a:tr h="485489">
                <a:tc>
                  <a:txBody>
                    <a:bodyPr/>
                    <a:lstStyle/>
                    <a:p>
                      <a:endParaRPr lang="en-GB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90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890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101</TotalTime>
  <Words>170</Words>
  <Application>Microsoft Office PowerPoint</Application>
  <PresentationFormat>Widescreen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Corbel</vt:lpstr>
      <vt:lpstr>Wingdings</vt:lpstr>
      <vt:lpstr>Banded</vt:lpstr>
      <vt:lpstr>Tank AI Implementation</vt:lpstr>
      <vt:lpstr>AI techniques</vt:lpstr>
      <vt:lpstr>Designs</vt:lpstr>
      <vt:lpstr>Intended behaviour</vt:lpstr>
      <vt:lpstr>Testing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Gilks</dc:creator>
  <cp:lastModifiedBy>Matt Gilks</cp:lastModifiedBy>
  <cp:revision>2</cp:revision>
  <dcterms:created xsi:type="dcterms:W3CDTF">2025-12-09T22:02:19Z</dcterms:created>
  <dcterms:modified xsi:type="dcterms:W3CDTF">2025-12-10T12:13:56Z</dcterms:modified>
</cp:coreProperties>
</file>